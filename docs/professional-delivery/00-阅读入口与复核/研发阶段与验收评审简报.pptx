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87F8C"/>
                </a:solidFill>
              </a:defRPr>
            </a:pPr>
            <a:r>
              <a:t>CASHFLOW  |  DEVELOPMENT REVIEW  |  v0.6.4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54B"/>
                </a:solidFill>
                <a:latin typeface="Microsoft YaHei"/>
              </a:defRPr>
            </a:pPr>
            <a:r>
              <a:t>研发资料与验收评审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100">
                <a:solidFill>
                  <a:srgbClr val="273E50"/>
                </a:solidFill>
                <a:latin typeface="Microsoft YaHei"/>
              </a:defRPr>
            </a:pPr>
            <a:r>
              <a:t>游戏实现基线 v0.6.4；代码236a3933ecef</a:t>
            </a:r>
          </a:p>
          <a:p>
            <a:pPr>
              <a:spcAft>
                <a:spcPts val="2000"/>
              </a:spcAft>
              <a:defRPr sz="2100">
                <a:solidFill>
                  <a:srgbClr val="273E50"/>
                </a:solidFill>
                <a:latin typeface="Microsoft YaHei"/>
              </a:defRPr>
            </a:pPr>
            <a:r>
              <a:t>本次交付原生Word／Excel／PowerPoint、PDF及机器可读契约</a:t>
            </a:r>
          </a:p>
          <a:p>
            <a:pPr>
              <a:spcAft>
                <a:spcPts val="2000"/>
              </a:spcAft>
              <a:defRPr sz="2100">
                <a:solidFill>
                  <a:srgbClr val="273E50"/>
                </a:solidFill>
                <a:latin typeface="Microsoft YaHei"/>
              </a:defRPr>
            </a:pPr>
            <a:r>
              <a:t>目的：让不同角色按同一版依据工作，并清楚区分证据与待办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2026-10-27   待评审 · 不代填签收                              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87F8C"/>
                </a:solidFill>
              </a:defRPr>
            </a:pPr>
            <a:r>
              <a:t>CASHFLOW  |  DEVELOPMENT REVIEW  |  v0.6.4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54B"/>
                </a:solidFill>
                <a:latin typeface="Microsoft YaHei"/>
              </a:defRPr>
            </a:pPr>
            <a:r>
              <a:t>九阶段与门禁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100">
                <a:solidFill>
                  <a:srgbClr val="273E50"/>
                </a:solidFill>
                <a:latin typeface="Microsoft YaHei"/>
              </a:defRPr>
            </a:pPr>
            <a:r>
              <a:t>立项 → 需求／规则 → UX/UI → 技术契约 → 实施</a:t>
            </a:r>
          </a:p>
          <a:p>
            <a:pPr>
              <a:spcAft>
                <a:spcPts val="2000"/>
              </a:spcAft>
              <a:defRPr sz="2100">
                <a:solidFill>
                  <a:srgbClr val="273E50"/>
                </a:solidFill>
                <a:latin typeface="Microsoft YaHei"/>
              </a:defRPr>
            </a:pPr>
            <a:r>
              <a:t>测试 → 发布候选 → 用户验收 → 维护反馈</a:t>
            </a:r>
          </a:p>
          <a:p>
            <a:pPr>
              <a:spcAft>
                <a:spcPts val="2000"/>
              </a:spcAft>
              <a:defRPr sz="2100">
                <a:solidFill>
                  <a:srgbClr val="273E50"/>
                </a:solidFill>
                <a:latin typeface="Microsoft YaHei"/>
              </a:defRPr>
            </a:pPr>
            <a:r>
              <a:t>阶段文档、执行记录、评审批准和最终签收分别管理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2026-10-27   待评审 · 不代填签收        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87F8C"/>
                </a:solidFill>
              </a:defRPr>
            </a:pPr>
            <a:r>
              <a:t>CASHFLOW  |  DEVELOPMENT REVIEW  |  v0.6.4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54B"/>
                </a:solidFill>
                <a:latin typeface="Microsoft YaHei"/>
              </a:defRPr>
            </a:pPr>
            <a:r>
              <a:t>现有资产与证据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100">
                <a:solidFill>
                  <a:srgbClr val="273E50"/>
                </a:solidFill>
                <a:latin typeface="Microsoft YaHei"/>
              </a:defRPr>
            </a:pPr>
            <a:r>
              <a:t>12职业、182机制牌、23梦想、24／48格棋盘</a:t>
            </a:r>
          </a:p>
          <a:p>
            <a:pPr>
              <a:spcAft>
                <a:spcPts val="2000"/>
              </a:spcAft>
              <a:defRPr sz="2100">
                <a:solidFill>
                  <a:srgbClr val="273E50"/>
                </a:solidFill>
                <a:latin typeface="Microsoft YaHei"/>
              </a:defRPr>
            </a:pPr>
            <a:r>
              <a:t>已有报告：353单元测试、27套浏览器检查</a:t>
            </a:r>
          </a:p>
          <a:p>
            <a:pPr>
              <a:spcAft>
                <a:spcPts val="2000"/>
              </a:spcAft>
              <a:defRPr sz="2100">
                <a:solidFill>
                  <a:srgbClr val="273E50"/>
                </a:solidFill>
                <a:latin typeface="Microsoft YaHei"/>
              </a:defRPr>
            </a:pPr>
            <a:r>
              <a:t>这些是既有v0.6.4结果，不重标为今日重跑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2026-10-27   待评审 · 不代填签收        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87F8C"/>
                </a:solidFill>
              </a:defRPr>
            </a:pPr>
            <a:r>
              <a:t>CASHFLOW  |  DEVELOPMENT REVIEW  |  v0.6.4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54B"/>
                </a:solidFill>
                <a:latin typeface="Microsoft YaHei"/>
              </a:defRPr>
            </a:pPr>
            <a:r>
              <a:t>需求与规则基线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100">
                <a:solidFill>
                  <a:srgbClr val="273E50"/>
                </a:solidFill>
                <a:latin typeface="Microsoft YaHei"/>
              </a:defRPr>
            </a:pPr>
            <a:r>
              <a:t>18项带ID需求，关联实现、测试和UAT</a:t>
            </a:r>
          </a:p>
          <a:p>
            <a:pPr>
              <a:spcAft>
                <a:spcPts val="2000"/>
              </a:spcAft>
              <a:defRPr sz="2100">
                <a:solidFill>
                  <a:srgbClr val="273E50"/>
                </a:solidFill>
                <a:latin typeface="Microsoft YaHei"/>
              </a:defRPr>
            </a:pPr>
            <a:r>
              <a:t>黄金结算、版次、中文排版和多骰运行坐标仍有未决项</a:t>
            </a:r>
          </a:p>
          <a:p>
            <a:pPr>
              <a:spcAft>
                <a:spcPts val="2000"/>
              </a:spcAft>
              <a:defRPr sz="2100">
                <a:solidFill>
                  <a:srgbClr val="273E50"/>
                </a:solidFill>
                <a:latin typeface="Microsoft YaHei"/>
              </a:defRPr>
            </a:pPr>
            <a:r>
              <a:t>规则数据工作簿直接读取当前实现，保留sourceId与数值类型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2026-10-27   待评审 · 不代填签收        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87F8C"/>
                </a:solidFill>
              </a:defRPr>
            </a:pPr>
            <a:r>
              <a:t>CASHFLOW  |  DEVELOPMENT REVIEW  |  v0.6.4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54B"/>
                </a:solidFill>
                <a:latin typeface="Microsoft YaHei"/>
              </a:defRPr>
            </a:pPr>
            <a:r>
              <a:t>交互与视觉重点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100">
                <a:solidFill>
                  <a:srgbClr val="273E50"/>
                </a:solidFill>
                <a:latin typeface="Microsoft YaHei"/>
              </a:defRPr>
            </a:pPr>
            <a:r>
              <a:t>固定1024×768舞台；报表与卡片双层显示</a:t>
            </a:r>
          </a:p>
          <a:p>
            <a:pPr>
              <a:spcAft>
                <a:spcPts val="2000"/>
              </a:spcAft>
              <a:defRPr sz="2100">
                <a:solidFill>
                  <a:srgbClr val="273E50"/>
                </a:solidFill>
                <a:latin typeface="Microsoft YaHei"/>
              </a:defRPr>
            </a:pPr>
            <a:r>
              <a:t>中文和大额数值独立区域，避免英文定宽直接套用</a:t>
            </a:r>
          </a:p>
          <a:p>
            <a:pPr>
              <a:spcAft>
                <a:spcPts val="2000"/>
              </a:spcAft>
              <a:defRPr sz="2100">
                <a:solidFill>
                  <a:srgbClr val="273E50"/>
                </a:solidFill>
                <a:latin typeface="Microsoft YaHei"/>
              </a:defRPr>
            </a:pPr>
            <a:r>
              <a:t>交互原型、原图来源、几何、状态表和实际截图分开保存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2026-10-27   待评审 · 不代填签收        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87F8C"/>
                </a:solidFill>
              </a:defRPr>
            </a:pPr>
            <a:r>
              <a:t>CASHFLOW  |  DEVELOPMENT REVIEW  |  v0.6.4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54B"/>
                </a:solidFill>
                <a:latin typeface="Microsoft YaHei"/>
              </a:defRPr>
            </a:pPr>
            <a:r>
              <a:t>技术权威与契约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100">
                <a:solidFill>
                  <a:srgbClr val="273E50"/>
                </a:solidFill>
                <a:latin typeface="Microsoft YaHei"/>
              </a:defRPr>
            </a:pPr>
            <a:r>
              <a:t>engine／table共享规则；在线由Rooms校验轮序、version和权限</a:t>
            </a:r>
          </a:p>
          <a:p>
            <a:pPr>
              <a:spcAft>
                <a:spcPts val="2000"/>
              </a:spcAft>
              <a:defRPr sz="2100">
                <a:solidFill>
                  <a:srgbClr val="273E50"/>
                </a:solidFill>
                <a:latin typeface="Microsoft YaHei"/>
              </a:defRPr>
            </a:pPr>
            <a:r>
              <a:t>OpenAPI 3.1联调契约＋JSON Schema 2020-12快照契约</a:t>
            </a:r>
          </a:p>
          <a:p>
            <a:pPr>
              <a:spcAft>
                <a:spcPts val="2000"/>
              </a:spcAft>
              <a:defRPr sz="2100">
                <a:solidFill>
                  <a:srgbClr val="273E50"/>
                </a:solidFill>
                <a:latin typeface="Microsoft YaHei"/>
              </a:defRPr>
            </a:pPr>
            <a:r>
              <a:t>服务目前未挂Schema中间件；业务合法性仍需规则校验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2026-10-27   待评审 · 不代填签收        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87F8C"/>
                </a:solidFill>
              </a:defRPr>
            </a:pPr>
            <a:r>
              <a:t>CASHFLOW  |  DEVELOPMENT REVIEW  |  v0.6.4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54B"/>
                </a:solidFill>
                <a:latin typeface="Microsoft YaHei"/>
              </a:defRPr>
            </a:pPr>
            <a:r>
              <a:t>跨角色交接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100">
                <a:solidFill>
                  <a:srgbClr val="273E50"/>
                </a:solidFill>
                <a:latin typeface="Microsoft YaHei"/>
              </a:defRPr>
            </a:pPr>
            <a:r>
              <a:t>产品给范围与决策；策划给公式、条件与边界</a:t>
            </a:r>
          </a:p>
          <a:p>
            <a:pPr>
              <a:spcAft>
                <a:spcPts val="2000"/>
              </a:spcAft>
              <a:defRPr sz="2100">
                <a:solidFill>
                  <a:srgbClr val="273E50"/>
                </a:solidFill>
                <a:latin typeface="Microsoft YaHei"/>
              </a:defRPr>
            </a:pPr>
            <a:r>
              <a:t>设计给状态、标注与异常；前后端交换接口和恢复约定</a:t>
            </a:r>
          </a:p>
          <a:p>
            <a:pPr>
              <a:spcAft>
                <a:spcPts val="2000"/>
              </a:spcAft>
              <a:defRPr sz="2100">
                <a:solidFill>
                  <a:srgbClr val="273E50"/>
                </a:solidFill>
                <a:latin typeface="Microsoft YaHei"/>
              </a:defRPr>
            </a:pPr>
            <a:r>
              <a:t>QA拿受测包与证据；用户在真实设备确认结果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2026-10-27   待评审 · 不代填签收                            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87F8C"/>
                </a:solidFill>
              </a:defRPr>
            </a:pPr>
            <a:r>
              <a:t>CASHFLOW  |  DEVELOPMENT REVIEW  |  v0.6.4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54B"/>
                </a:solidFill>
                <a:latin typeface="Microsoft YaHei"/>
              </a:defRPr>
            </a:pPr>
            <a:r>
              <a:t>质量与用户验收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100">
                <a:solidFill>
                  <a:srgbClr val="273E50"/>
                </a:solidFill>
                <a:latin typeface="Microsoft YaHei"/>
              </a:defRPr>
            </a:pPr>
            <a:r>
              <a:t>自动化、视觉区域、数值夹具与UAT是不同证据</a:t>
            </a:r>
          </a:p>
          <a:p>
            <a:pPr>
              <a:spcAft>
                <a:spcPts val="2000"/>
              </a:spcAft>
              <a:defRPr sz="2100">
                <a:solidFill>
                  <a:srgbClr val="273E50"/>
                </a:solidFill>
                <a:latin typeface="Microsoft YaHei"/>
              </a:defRPr>
            </a:pPr>
            <a:r>
              <a:t>真实file入口、浏览器矩阵、压测、安全和回退仍待实测</a:t>
            </a:r>
          </a:p>
          <a:p>
            <a:pPr>
              <a:spcAft>
                <a:spcPts val="2000"/>
              </a:spcAft>
              <a:defRPr sz="2100">
                <a:solidFill>
                  <a:srgbClr val="273E50"/>
                </a:solidFill>
                <a:latin typeface="Microsoft YaHei"/>
              </a:defRPr>
            </a:pPr>
            <a:r>
              <a:t>验收工作簿保持未签收，不预填“通过”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2026-10-27   待评审 · 不代填签收                            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87F8C"/>
                </a:solidFill>
              </a:defRPr>
            </a:pPr>
            <a:r>
              <a:t>CASHFLOW  |  DEVELOPMENT REVIEW  |  v0.6.4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54B"/>
                </a:solidFill>
                <a:latin typeface="Microsoft YaHei"/>
              </a:defRPr>
            </a:pPr>
            <a:r>
              <a:t>发布与数据保护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100">
                <a:solidFill>
                  <a:srgbClr val="273E50"/>
                </a:solidFill>
                <a:latin typeface="Microsoft YaHei"/>
              </a:defRPr>
            </a:pPr>
            <a:r>
              <a:t>解压实际ZIP验证；核对提交、版本与入口／包SHA</a:t>
            </a:r>
          </a:p>
          <a:p>
            <a:pPr>
              <a:spcAft>
                <a:spcPts val="2000"/>
              </a:spcAft>
              <a:defRPr sz="2100">
                <a:solidFill>
                  <a:srgbClr val="273E50"/>
                </a:solidFill>
                <a:latin typeface="Microsoft YaHei"/>
              </a:defRPr>
            </a:pPr>
            <a:r>
              <a:t>启动检查 /healthz；持久化文件先备份再升级</a:t>
            </a:r>
          </a:p>
          <a:p>
            <a:pPr>
              <a:spcAft>
                <a:spcPts val="2000"/>
              </a:spcAft>
              <a:defRPr sz="2100">
                <a:solidFill>
                  <a:srgbClr val="273E50"/>
                </a:solidFill>
                <a:latin typeface="Microsoft YaHei"/>
              </a:defRPr>
            </a:pPr>
            <a:r>
              <a:t>单进程JSON存储不应直接当作分布式服务扩容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2026-10-27   待评审 · 不代填签收                             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87F8C"/>
                </a:solidFill>
              </a:defRPr>
            </a:pPr>
            <a:r>
              <a:t>CASHFLOW  |  DEVELOPMENT REVIEW  |  v0.6.4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54B"/>
                </a:solidFill>
                <a:latin typeface="Microsoft YaHei"/>
              </a:defRPr>
            </a:pPr>
            <a:r>
              <a:t>当前优先级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100">
                <a:solidFill>
                  <a:srgbClr val="273E50"/>
                </a:solidFill>
                <a:latin typeface="Microsoft YaHei"/>
              </a:defRPr>
            </a:pPr>
            <a:r>
              <a:t>P0：参考版本及高影响规则决定、真实文件入口</a:t>
            </a:r>
          </a:p>
          <a:p>
            <a:pPr>
              <a:spcAft>
                <a:spcPts val="2000"/>
              </a:spcAft>
              <a:defRPr sz="2100">
                <a:solidFill>
                  <a:srgbClr val="273E50"/>
                </a:solidFill>
                <a:latin typeface="Microsoft YaHei"/>
              </a:defRPr>
            </a:pPr>
            <a:r>
              <a:t>P1：逐页对照、契约评审、迁移与回退演练</a:t>
            </a:r>
          </a:p>
          <a:p>
            <a:pPr>
              <a:spcAft>
                <a:spcPts val="2000"/>
              </a:spcAft>
              <a:defRPr sz="2100">
                <a:solidFill>
                  <a:srgbClr val="273E50"/>
                </a:solidFill>
                <a:latin typeface="Microsoft YaHei"/>
              </a:defRPr>
            </a:pPr>
            <a:r>
              <a:t>P2：兼容、容量、安全和可访问性目标及验证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2026-10-27   待评审 · 不代填签收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87F8C"/>
                </a:solidFill>
              </a:defRPr>
            </a:pPr>
            <a:r>
              <a:t>CASHFLOW  |  DEVELOPMENT REVIEW  |  v0.6.4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54B"/>
                </a:solidFill>
                <a:latin typeface="Microsoft YaHei"/>
              </a:defRPr>
            </a:pPr>
            <a:r>
              <a:t>本次交付怎么使用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100">
                <a:solidFill>
                  <a:srgbClr val="273E50"/>
                </a:solidFill>
                <a:latin typeface="Microsoft YaHei"/>
              </a:defRPr>
            </a:pPr>
            <a:r>
              <a:t>先打开“开始阅读.html”按部门和阶段查找原生文件</a:t>
            </a:r>
          </a:p>
          <a:p>
            <a:pPr>
              <a:spcAft>
                <a:spcPts val="2000"/>
              </a:spcAft>
              <a:defRPr sz="2100">
                <a:solidFill>
                  <a:srgbClr val="273E50"/>
                </a:solidFill>
                <a:latin typeface="Microsoft YaHei"/>
              </a:defRPr>
            </a:pPr>
            <a:r>
              <a:t>Word/PDF用于评审；Excel用于筛选、追踪、执行与签收</a:t>
            </a:r>
          </a:p>
          <a:p>
            <a:pPr>
              <a:spcAft>
                <a:spcPts val="2000"/>
              </a:spcAft>
              <a:defRPr sz="2100">
                <a:solidFill>
                  <a:srgbClr val="273E50"/>
                </a:solidFill>
                <a:latin typeface="Microsoft YaHei"/>
              </a:defRPr>
            </a:pPr>
            <a:r>
              <a:t>SVG/HTML用于图与流程；JSON用于接口、存档和校验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2026-10-27   待评审 · 不代填签收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87F8C"/>
                </a:solidFill>
              </a:defRPr>
            </a:pPr>
            <a:r>
              <a:t>CASHFLOW  |  DEVELOPMENT REVIEW  |  v0.6.4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54B"/>
                </a:solidFill>
                <a:latin typeface="Microsoft YaHei"/>
              </a:defRPr>
            </a:pPr>
            <a:r>
              <a:t>需要实际责任人决定的事项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100">
                <a:solidFill>
                  <a:srgbClr val="273E50"/>
                </a:solidFill>
                <a:latin typeface="Microsoft YaHei"/>
              </a:defRPr>
            </a:pPr>
            <a:r>
              <a:t>批准需求与比较基准，指定角色和实测设备</a:t>
            </a:r>
          </a:p>
          <a:p>
            <a:pPr>
              <a:spcAft>
                <a:spcPts val="2000"/>
              </a:spcAft>
              <a:defRPr sz="2100">
                <a:solidFill>
                  <a:srgbClr val="273E50"/>
                </a:solidFill>
                <a:latin typeface="Microsoft YaHei"/>
              </a:defRPr>
            </a:pPr>
            <a:r>
              <a:t>对未决差异作出决定或明确有条件接受</a:t>
            </a:r>
          </a:p>
          <a:p>
            <a:pPr>
              <a:spcAft>
                <a:spcPts val="2000"/>
              </a:spcAft>
              <a:defRPr sz="2100">
                <a:solidFill>
                  <a:srgbClr val="273E50"/>
                </a:solidFill>
                <a:latin typeface="Microsoft YaHei"/>
              </a:defRPr>
            </a:pPr>
            <a:r>
              <a:t>在指定候选包上执行UAT并记录通过／不通过／条件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2026-10-27   待评审 · 不代填签收                       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54B"/>
                </a:solidFill>
                <a:latin typeface="Microsoft YaHei"/>
              </a:defRPr>
            </a:pPr>
            <a:r>
              <a:t>用户回合与子状态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latin typeface="Microsoft YaHei"/>
              </a:defRPr>
            </a:pPr>
            <a:r>
              <a:t>SVG源文件随包提供；流程图不替代规则条件。</a:t>
            </a:r>
          </a:p>
        </p:txBody>
      </p:sp>
      <p:pic>
        <p:nvPicPr>
          <p:cNvPr id="5" name="Picture 4" descr="用户回合流程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253" y="868680"/>
            <a:ext cx="8975187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54B"/>
                </a:solidFill>
                <a:latin typeface="Microsoft YaHei"/>
              </a:defRPr>
            </a:pPr>
            <a:r>
              <a:t>系统架构与权威边界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latin typeface="Microsoft YaHei"/>
              </a:defRPr>
            </a:pPr>
            <a:r>
              <a:t>本机与在线共享规则，在线权威位于服务端。</a:t>
            </a:r>
          </a:p>
        </p:txBody>
      </p:sp>
      <p:pic>
        <p:nvPicPr>
          <p:cNvPr id="5" name="Picture 4" descr="系统架构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7773" y="868680"/>
            <a:ext cx="7676147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54B"/>
                </a:solidFill>
                <a:latin typeface="Microsoft YaHei"/>
              </a:defRPr>
            </a:pPr>
            <a:r>
              <a:t>实现证据：无遮挡查看棋盘</a:t>
            </a:r>
          </a:p>
        </p:txBody>
      </p:sp>
      <p:pic>
        <p:nvPicPr>
          <p:cNvPr id="3" name="Picture 2" descr="full-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167" y="868680"/>
            <a:ext cx="7071360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latin typeface="Microsoft YaHei"/>
              </a:defRPr>
            </a:pPr>
            <a:r>
              <a:t>v0.6.4实际截图；页面批准和原版全等仍需独立验收。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研发阶段与验收评审简报</dc:title>
  <dc:subject>Cashflow v0.6.4 development review draft</dc:subject>
  <dc:creator>Cashflow documentation pipeline</dc:creator>
  <cp:keywords/>
  <dc:description>Review baseline; approvals and UAT remain unsigned.</dc:description>
  <cp:lastModifiedBy>Automated documentation review; not approval</cp:lastModifiedBy>
  <cp:revision>1</cp:revision>
  <dcterms:created xsi:type="dcterms:W3CDTF">2026-10-27T11:16:52Z</dcterms:created>
  <dcterms:modified xsi:type="dcterms:W3CDTF">2026-10-27T11:16:52Z</dcterms:modified>
  <cp:category/>
</cp:coreProperties>
</file>